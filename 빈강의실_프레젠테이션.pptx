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6" r:id="rId5"/>
    <p:sldId id="265" r:id="rId6"/>
    <p:sldId id="264" r:id="rId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50" d="100"/>
          <a:sy n="150" d="100"/>
        </p:scale>
        <p:origin x="-1512" y="-112"/>
      </p:cViewPr>
      <p:guideLst>
        <p:guide orient="horz" pos="161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theme" Target="theme/theme1.xml"  /><Relationship Id="rId11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presProps" Target="presProps.xml"  /><Relationship Id="rId9" Type="http://schemas.openxmlformats.org/officeDocument/2006/relationships/viewProps" Target="viewProp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0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BCAD085-E8A6-8845-BD4E-CB4CCA059FC4}" type="datetime1">
              <a:rPr lang="en-US"/>
              <a:pPr lvl="0">
                <a:defRPr/>
              </a:pPr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BCAD085-E8A6-8845-BD4E-CB4CCA059FC4}" type="datetime1">
              <a:rPr lang="en-US"/>
              <a:pPr lvl="0">
                <a:defRPr/>
              </a:pPr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722313" y="3305175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lvl="0"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4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BCAD085-E8A6-8845-BD4E-CB4CCA059FC4}" type="datetime1">
              <a:rPr lang="en-US"/>
              <a:pPr lvl="0">
                <a:defRPr/>
              </a:pPr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BCAD085-E8A6-8845-BD4E-CB4CCA059FC4}" type="datetime1">
              <a:rPr lang="en-US"/>
              <a:pPr lvl="0">
                <a:defRPr/>
              </a:pPr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>
            <a:lvl1pPr>
              <a:defRPr/>
            </a:lvl1pPr>
          </a:lstStyle>
          <a:p>
            <a:pPr lvl="0"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4"/>
            <a:ext cx="4040188" cy="47982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1334"/>
            <a:ext cx="4041775" cy="47982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BCAD085-E8A6-8845-BD4E-CB4CCA059FC4}" type="datetime1">
              <a:rPr lang="en-US"/>
              <a:pPr lvl="0">
                <a:defRPr/>
              </a:pPr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BCAD085-E8A6-8845-BD4E-CB4CCA059FC4}" type="datetime1">
              <a:rPr lang="en-US"/>
              <a:pPr lvl="0">
                <a:defRPr/>
              </a:pPr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BCAD085-E8A6-8845-BD4E-CB4CCA059FC4}" type="datetime1">
              <a:rPr lang="en-US"/>
              <a:pPr lvl="0">
                <a:defRPr/>
              </a:pPr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457200" y="204787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7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BCAD085-E8A6-8845-BD4E-CB4CCA059FC4}" type="datetime1">
              <a:rPr lang="en-US"/>
              <a:pPr lvl="0">
                <a:defRPr/>
              </a:pPr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1792288" y="3600450"/>
            <a:ext cx="5486400" cy="425053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BCAD085-E8A6-8845-BD4E-CB4CCA059FC4}" type="datetime1">
              <a:rPr lang="en-US"/>
              <a:pPr lvl="0">
                <a:defRPr/>
              </a:pPr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BCAD085-E8A6-8845-BD4E-CB4CCA059FC4}" type="datetime1">
              <a:rPr lang="en-US"/>
              <a:pPr lvl="0">
                <a:defRPr/>
              </a:pPr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idx="0"/>
          </p:nvPr>
        </p:nvSpPr>
        <p:spPr>
          <a:xfrm>
            <a:off x="6629400" y="205978"/>
            <a:ext cx="2057400" cy="4388644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8"/>
            <a:ext cx="6019800" cy="4388644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BCAD085-E8A6-8845-BD4E-CB4CCA059FC4}" type="datetime1">
              <a:rPr lang="en-US"/>
              <a:pPr lvl="0">
                <a:defRPr/>
              </a:pPr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2"/>
            <a:ext cx="2133600" cy="273843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5BCAD085-E8A6-8845-BD4E-CB4CCA059FC4}" type="datetime1">
              <a:rPr lang="en-US"/>
              <a:pPr lvl="0">
                <a:defRPr/>
              </a:pPr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2"/>
            <a:ext cx="2895600" cy="273843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2"/>
            <a:ext cx="2133600" cy="273843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xmlns:mc="http://schemas.openxmlformats.org/markup-compatibility/2006" xmlns:hp="http://schemas.haansoft.com/office/presentation/8.0" mc:Ignorable="hp" hp:hslDur="50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hyperlink" Target="index.html" TargetMode="External" /><Relationship Id="rId3" Type="http://schemas.openxmlformats.org/officeDocument/2006/relationships/image" Target="../media/image6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gradFill flip="xy" rotWithShape="1">
          <a:gsLst>
            <a:gs pos="0">
              <a:srgbClr val="42c7f1">
                <a:alpha val="100000"/>
              </a:srgbClr>
            </a:gs>
            <a:gs pos="100000">
              <a:schemeClr val="bg1">
                <a:alpha val="100000"/>
              </a:schemeClr>
            </a:gs>
          </a:gsLst>
          <a:lin ang="5400000" scaled="1"/>
          <a:tileRect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" y="1064894"/>
            <a:ext cx="8229600" cy="2098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6600" b="1">
                <a:solidFill>
                  <a:srgbClr val="ffffff"/>
                </a:solidFill>
              </a:defRPr>
            </a:pPr>
            <a:r>
              <a:rPr xmlns:mc="http://schemas.openxmlformats.org/markup-compatibility/2006" xmlns:hp="http://schemas.haansoft.com/office/presentation/8.0" lang="ko-KR" altLang="en-US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</a:rPr>
              <a:t>프로젝트 발표 </a:t>
            </a:r>
            <a:r>
              <a:rPr xmlns:mc="http://schemas.openxmlformats.org/markup-compatibility/2006" xmlns:hp="http://schemas.haansoft.com/office/presentation/8.0" lang="en-US" altLang="ko-KR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</a:rPr>
              <a:t>[</a:t>
            </a:r>
            <a:r>
              <a:rPr xmlns:mc="http://schemas.openxmlformats.org/markup-compatibility/2006" xmlns:hp="http://schemas.haansoft.com/office/presentation/8.0" lang="ko-KR" altLang="en-US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</a:rPr>
              <a:t> 빈강의실 </a:t>
            </a:r>
            <a:r>
              <a:rPr xmlns:mc="http://schemas.openxmlformats.org/markup-compatibility/2006" xmlns:hp="http://schemas.haansoft.com/office/presentation/8.0" lang="en-US" altLang="ko-KR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</a:rPr>
              <a:t>]</a:t>
            </a:r>
            <a:endParaRPr xmlns:mc="http://schemas.openxmlformats.org/markup-compatibility/2006" xmlns:hp="http://schemas.haansoft.com/office/presentation/8.0" lang="en-US" altLang="ko-KR" mc:Ignorable="hp" hp:hslEmbossed="0">
              <a:solidFill>
                <a:schemeClr val="lt1"/>
              </a:solidFill>
              <a:effectLst>
                <a:outerShdw blurRad="76200" dist="76200" dir="2700000" algn="ctr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0387" y="3531870"/>
            <a:ext cx="8229600" cy="466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3600">
                <a:solidFill>
                  <a:srgbClr val="00b4d8"/>
                </a:solidFill>
              </a:defRPr>
            </a:pPr>
            <a:r>
              <a:rPr lang="ko-KR" altLang="en-US" sz="2500">
                <a:solidFill>
                  <a:srgbClr val="000000"/>
                </a:solidFill>
                <a:effectLst/>
              </a:rPr>
              <a:t>공강시간 빈강의실을 빠르게 찾아보세요</a:t>
            </a:r>
            <a:r>
              <a:rPr lang="en-US" altLang="ko-KR" sz="2500">
                <a:solidFill>
                  <a:srgbClr val="000000"/>
                </a:solidFill>
                <a:effectLst/>
              </a:rPr>
              <a:t>!</a:t>
            </a:r>
            <a:endParaRPr lang="en-US" altLang="ko-KR" sz="2500">
              <a:solidFill>
                <a:srgbClr val="000000"/>
              </a:solidFill>
              <a:effectLst/>
            </a:endParaRPr>
          </a:p>
        </p:txBody>
      </p:sp>
      <p:sp>
        <p:nvSpPr>
          <p:cNvPr id="6" name="TextBox 2"/>
          <p:cNvSpPr txBox="1"/>
          <p:nvPr/>
        </p:nvSpPr>
        <p:spPr>
          <a:xfrm>
            <a:off x="457200" y="4624068"/>
            <a:ext cx="8229600" cy="314326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lv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00b4d8"/>
                </a:solidFill>
              </a:defRPr>
            </a:pPr>
            <a:r>
              <a:rPr xmlns:mc="http://schemas.openxmlformats.org/markup-compatibility/2006" xmlns:hp="http://schemas.haansoft.com/office/presentation/8.0" kumimoji="0" lang="en-US" altLang="ko-KR" sz="15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맑은 고딕"/>
              </a:rPr>
              <a:t>2025111191</a:t>
            </a:r>
            <a:r>
              <a: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맑은 고딕"/>
              </a:rPr>
              <a:t> 권근영</a:t>
            </a:r>
            <a:endPara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77190"/>
            <a:ext cx="1443990" cy="8172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 sz="4800" b="1">
                <a:solidFill>
                  <a:srgbClr val="003d82"/>
                </a:solidFill>
              </a:defRPr>
            </a:pPr>
            <a:r>
              <a:rPr lang="ko-KR" altLang="en-US">
                <a:solidFill>
                  <a:schemeClr val="dk1"/>
                </a:solidFill>
              </a:rPr>
              <a:t>목차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1194435"/>
            <a:ext cx="8229600" cy="0"/>
          </a:xfrm>
          <a:prstGeom prst="rect">
            <a:avLst/>
          </a:prstGeom>
          <a:ln w="50800">
            <a:solidFill>
              <a:srgbClr val="42c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88794" y="1897697"/>
            <a:ext cx="2510790" cy="2341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Aft>
                <a:spcPts val="2400"/>
              </a:spcAft>
              <a:defRPr sz="3600" b="1">
                <a:solidFill>
                  <a:srgbClr val="003d82"/>
                </a:solidFill>
              </a:defRPr>
            </a:pPr>
            <a:r>
              <a:rPr lang="ko-KR" altLang="en-US">
                <a:solidFill>
                  <a:schemeClr val="dk1"/>
                </a:solidFill>
              </a:rPr>
              <a:t>1. 문제정의</a:t>
            </a:r>
            <a:endParaRPr lang="ko-KR" altLang="en-US">
              <a:solidFill>
                <a:schemeClr val="dk1"/>
              </a:solidFill>
            </a:endParaRPr>
          </a:p>
          <a:p>
            <a:pPr lvl="0">
              <a:spcAft>
                <a:spcPts val="2400"/>
              </a:spcAft>
              <a:defRPr sz="3600" b="1">
                <a:solidFill>
                  <a:srgbClr val="003d82"/>
                </a:solidFill>
              </a:defRPr>
            </a:pPr>
            <a:r>
              <a:rPr lang="ko-KR" altLang="en-US">
                <a:solidFill>
                  <a:schemeClr val="dk1"/>
                </a:solidFill>
              </a:rPr>
              <a:t>2. 해결방안</a:t>
            </a:r>
            <a:endParaRPr lang="ko-KR" altLang="en-US">
              <a:solidFill>
                <a:schemeClr val="dk1"/>
              </a:solidFill>
            </a:endParaRPr>
          </a:p>
          <a:p>
            <a:pPr lvl="0">
              <a:spcAft>
                <a:spcPts val="2400"/>
              </a:spcAft>
              <a:defRPr sz="3600" b="1">
                <a:solidFill>
                  <a:srgbClr val="003d82"/>
                </a:solidFill>
              </a:defRPr>
            </a:pPr>
            <a:r>
              <a:rPr lang="ko-KR" altLang="en-US">
                <a:solidFill>
                  <a:schemeClr val="dk1"/>
                </a:solidFill>
              </a:rPr>
              <a:t>3. 시연</a:t>
            </a:r>
            <a:endParaRPr lang="ko-KR" altLang="en-US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785" y="458150"/>
            <a:ext cx="2811780" cy="6991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 sz="4000" b="1">
                <a:solidFill>
                  <a:srgbClr val="003d82"/>
                </a:solidFill>
              </a:defRPr>
            </a:pPr>
            <a:r>
              <a:rPr lang="en-US" altLang="ko-KR">
                <a:solidFill>
                  <a:schemeClr val="dk1"/>
                </a:solidFill>
              </a:rPr>
              <a:t>[</a:t>
            </a:r>
            <a:r>
              <a:rPr lang="ko-KR" altLang="en-US">
                <a:solidFill>
                  <a:schemeClr val="dk1"/>
                </a:solidFill>
              </a:rPr>
              <a:t> 문제정의 </a:t>
            </a:r>
            <a:r>
              <a:rPr lang="en-US" altLang="ko-KR">
                <a:solidFill>
                  <a:schemeClr val="dk1"/>
                </a:solidFill>
              </a:rPr>
              <a:t>]</a:t>
            </a:r>
            <a:endParaRPr lang="en-US" altLang="ko-KR">
              <a:solidFill>
                <a:schemeClr val="dk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2016124"/>
            <a:ext cx="7315200" cy="1111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400"/>
              </a:spcBef>
              <a:spcAft>
                <a:spcPts val="1000"/>
              </a:spcAft>
              <a:defRPr sz="3200" b="1">
                <a:solidFill>
                  <a:srgbClr val="003d82"/>
                </a:solidFill>
              </a:defRPr>
            </a:pPr>
            <a:r>
              <a:rPr lang="ko-KR" altLang="en-US">
                <a:solidFill>
                  <a:srgbClr val="0000ff"/>
                </a:solidFill>
              </a:rPr>
              <a:t>1. 도서관 자리 부족</a:t>
            </a:r>
            <a:endParaRPr lang="ko-KR" altLang="en-US">
              <a:solidFill>
                <a:srgbClr val="0000ff"/>
              </a:solidFill>
            </a:endParaRPr>
          </a:p>
          <a:p>
            <a:pPr lvl="0">
              <a:spcBef>
                <a:spcPts val="400"/>
              </a:spcBef>
              <a:spcAft>
                <a:spcPts val="2000"/>
              </a:spcAft>
              <a:defRPr sz="2400" b="0">
                <a:solidFill>
                  <a:srgbClr val="222222"/>
                </a:solidFill>
              </a:defRPr>
            </a:pPr>
            <a:r>
              <a:rPr lang="ko-KR" altLang="en-US">
                <a:solidFill>
                  <a:schemeClr val="dk1"/>
                </a:solidFill>
              </a:rPr>
              <a:t>자리가 없어 돌아다니며 시간을 낭비함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6" name="Rectangle 2"/>
          <p:cNvSpPr/>
          <p:nvPr/>
        </p:nvSpPr>
        <p:spPr>
          <a:xfrm>
            <a:off x="457200" y="1194435"/>
            <a:ext cx="8229600" cy="0"/>
          </a:xfrm>
          <a:prstGeom prst="rect">
            <a:avLst/>
          </a:prstGeom>
          <a:gradFill rotWithShape="1">
            <a:gsLst>
              <a:gs pos="0">
                <a:srgbClr val="3f80ce">
                  <a:alpha val="100000"/>
                </a:srgbClr>
              </a:gs>
              <a:gs pos="100000">
                <a:srgbClr val="9bc2ff">
                  <a:alpha val="100000"/>
                </a:srgbClr>
              </a:gs>
            </a:gsLst>
            <a:lin ang="16200000" scaled="0"/>
          </a:gradFill>
          <a:ln w="50800" cap="flat" cmpd="sng" algn="ctr">
            <a:solidFill>
              <a:srgbClr val="42c7f1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anchor="ctr"/>
          <a:p>
            <a:pPr marL="0" lvl="0" indent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785" y="221091"/>
            <a:ext cx="2811780" cy="6991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 sz="4000" b="1">
                <a:solidFill>
                  <a:srgbClr val="003d82"/>
                </a:solidFill>
              </a:defRPr>
            </a:pPr>
            <a:r>
              <a:rPr lang="en-US" altLang="ko-KR">
                <a:solidFill>
                  <a:schemeClr val="dk1"/>
                </a:solidFill>
              </a:rPr>
              <a:t>[</a:t>
            </a:r>
            <a:r>
              <a:rPr lang="ko-KR" altLang="en-US">
                <a:solidFill>
                  <a:schemeClr val="dk1"/>
                </a:solidFill>
              </a:rPr>
              <a:t> 문제정의 </a:t>
            </a:r>
            <a:r>
              <a:rPr lang="en-US" altLang="ko-KR">
                <a:solidFill>
                  <a:schemeClr val="dk1"/>
                </a:solidFill>
              </a:rPr>
              <a:t>]</a:t>
            </a:r>
            <a:endParaRPr lang="en-US" altLang="ko-KR">
              <a:solidFill>
                <a:schemeClr val="dk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779065"/>
            <a:ext cx="7315200" cy="1111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400"/>
              </a:spcBef>
              <a:spcAft>
                <a:spcPts val="1000"/>
              </a:spcAft>
              <a:defRPr sz="3200" b="1">
                <a:solidFill>
                  <a:srgbClr val="003d82"/>
                </a:solidFill>
              </a:defRPr>
            </a:pPr>
            <a:r>
              <a:rPr lang="en-US" altLang="ko-KR">
                <a:solidFill>
                  <a:srgbClr val="0000ff"/>
                </a:solidFill>
              </a:rPr>
              <a:t>2</a:t>
            </a:r>
            <a:r>
              <a:rPr lang="ko-KR" altLang="en-US">
                <a:solidFill>
                  <a:srgbClr val="0000ff"/>
                </a:solidFill>
                <a:effectLst/>
              </a:rPr>
              <a:t>. 학교 시스템의 복잡함</a:t>
            </a:r>
            <a:endParaRPr lang="ko-KR" altLang="en-US">
              <a:solidFill>
                <a:srgbClr val="0000ff"/>
              </a:solidFill>
              <a:effectLst/>
            </a:endParaRPr>
          </a:p>
          <a:p>
            <a:pPr lvl="0">
              <a:spcBef>
                <a:spcPts val="400"/>
              </a:spcBef>
              <a:spcAft>
                <a:spcPts val="0"/>
              </a:spcAft>
              <a:defRPr sz="2400" b="0">
                <a:solidFill>
                  <a:srgbClr val="222222"/>
                </a:solidFill>
              </a:defRPr>
            </a:pPr>
            <a:r>
              <a:rPr lang="ko-KR" altLang="en-US">
                <a:solidFill>
                  <a:schemeClr val="dk1"/>
                </a:solidFill>
              </a:rPr>
              <a:t>종정시 접속 후 많은 상세 조건 검색으로 인한 불편함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5" name="Rectangle 2"/>
          <p:cNvSpPr/>
          <p:nvPr/>
        </p:nvSpPr>
        <p:spPr>
          <a:xfrm>
            <a:off x="457200" y="1053895"/>
            <a:ext cx="8229600" cy="0"/>
          </a:xfrm>
          <a:prstGeom prst="rect">
            <a:avLst/>
          </a:prstGeom>
          <a:gradFill rotWithShape="1">
            <a:gsLst>
              <a:gs pos="0">
                <a:srgbClr val="3f80ce">
                  <a:alpha val="100000"/>
                </a:srgbClr>
              </a:gs>
              <a:gs pos="100000">
                <a:srgbClr val="9bc2ff">
                  <a:alpha val="100000"/>
                </a:srgbClr>
              </a:gs>
            </a:gsLst>
            <a:lin ang="16200000" scaled="0"/>
          </a:gradFill>
          <a:ln w="50800" cap="flat" cmpd="sng" algn="ctr">
            <a:solidFill>
              <a:srgbClr val="00b4d8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anchor="ctr"/>
          <a:p>
            <a:pPr marL="0" lvl="0" indent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ff"/>
              </a:solidFill>
              <a:latin typeface="Calibri"/>
              <a:ea typeface="맑은 고딕"/>
              <a:cs typeface="맑은 고딕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2"/>
          <a:srcRect l="3930" t="35900" b="10310"/>
          <a:stretch>
            <a:fillRect/>
          </a:stretch>
        </p:blipFill>
        <p:spPr>
          <a:xfrm>
            <a:off x="733069" y="1234026"/>
            <a:ext cx="7677860" cy="3167079"/>
          </a:xfrm>
          <a:prstGeom prst="rect">
            <a:avLst/>
          </a:prstGeom>
          <a:ln w="50800">
            <a:noFill/>
          </a:ln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3"/>
          <a:srcRect b="2890"/>
          <a:stretch>
            <a:fillRect/>
          </a:stretch>
        </p:blipFill>
        <p:spPr>
          <a:xfrm>
            <a:off x="359595" y="92177"/>
            <a:ext cx="2048382" cy="4922740"/>
          </a:xfrm>
          <a:prstGeom prst="rect">
            <a:avLst/>
          </a:prstGeom>
          <a:ln w="25400">
            <a:solidFill>
              <a:schemeClr val="dk1"/>
            </a:solidFill>
          </a:ln>
        </p:spPr>
      </p:pic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4"/>
          <a:srcRect t="2390"/>
          <a:stretch>
            <a:fillRect/>
          </a:stretch>
        </p:blipFill>
        <p:spPr>
          <a:xfrm>
            <a:off x="2407977" y="386304"/>
            <a:ext cx="2873067" cy="2573141"/>
          </a:xfrm>
          <a:prstGeom prst="rect">
            <a:avLst/>
          </a:prstGeom>
          <a:ln w="38100">
            <a:solidFill>
              <a:schemeClr val="dk1"/>
            </a:solidFill>
          </a:ln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5"/>
          <a:srcRect t="3310" b="36080"/>
          <a:stretch>
            <a:fillRect/>
          </a:stretch>
        </p:blipFill>
        <p:spPr>
          <a:xfrm>
            <a:off x="5289738" y="367254"/>
            <a:ext cx="2939862" cy="2607867"/>
          </a:xfrm>
          <a:prstGeom prst="rect">
            <a:avLst/>
          </a:prstGeom>
          <a:ln w="38100">
            <a:solidFill>
              <a:schemeClr val="dk1"/>
            </a:solidFill>
          </a:ln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6"/>
          <a:srcRect t="6520" b="5300"/>
          <a:stretch>
            <a:fillRect/>
          </a:stretch>
        </p:blipFill>
        <p:spPr>
          <a:xfrm>
            <a:off x="763657" y="3141040"/>
            <a:ext cx="7616685" cy="1873877"/>
          </a:xfrm>
          <a:prstGeom prst="rect">
            <a:avLst/>
          </a:prstGeom>
          <a:ln w="50800">
            <a:solidFill>
              <a:schemeClr val="dk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2435" y="283526"/>
            <a:ext cx="2818130" cy="6991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 sz="4000" b="1">
                <a:solidFill>
                  <a:srgbClr val="003d82"/>
                </a:solidFill>
              </a:defRPr>
            </a:pPr>
            <a:r>
              <a:rPr lang="en-US" altLang="ko-KR">
                <a:solidFill>
                  <a:schemeClr val="dk1"/>
                </a:solidFill>
              </a:rPr>
              <a:t>[</a:t>
            </a:r>
            <a:r>
              <a:rPr lang="ko-KR" altLang="en-US">
                <a:solidFill>
                  <a:schemeClr val="dk1"/>
                </a:solidFill>
              </a:rPr>
              <a:t> 해결방안 </a:t>
            </a:r>
            <a:r>
              <a:rPr lang="en-US" altLang="ko-KR">
                <a:solidFill>
                  <a:schemeClr val="dk1"/>
                </a:solidFill>
              </a:rPr>
              <a:t>]</a:t>
            </a:r>
            <a:endParaRPr lang="en-US" altLang="ko-KR">
              <a:solidFill>
                <a:schemeClr val="dk1"/>
              </a:solidFill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914400" y="1361153"/>
            <a:ext cx="7315200" cy="340804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600"/>
              </a:spcAft>
              <a:buNone/>
              <a:defRPr sz="2800" b="1">
                <a:solidFill>
                  <a:srgbClr val="222222"/>
                </a:solidFill>
              </a:defRPr>
            </a:pPr>
            <a:r>
              <a:rPr xmlns:mc="http://schemas.openxmlformats.org/markup-compatibility/2006" xmlns:hp="http://schemas.haansoft.com/office/presentation/8.0" kumimoji="0" lang="en-US" altLang="ko-KR" sz="2800" b="1" i="0" u="none" strike="noStrike" kern="1200" cap="none" spc="0" normalizeH="0" baseline="0" mc:Ignorable="hp" hp:hslEmbossed="0">
                <a:solidFill>
                  <a:srgbClr val="222222"/>
                </a:solidFill>
                <a:latin typeface="Calibri"/>
                <a:ea typeface="맑은 고딕"/>
                <a:cs typeface="맑은 고딕"/>
              </a:rPr>
              <a:t>1.</a:t>
            </a:r>
            <a:r>
              <a:rPr xmlns:mc="http://schemas.openxmlformats.org/markup-compatibility/2006" xmlns:hp="http://schemas.haansoft.com/office/presentation/8.0" kumimoji="0" lang="ko-KR" altLang="en-US" sz="2800" b="1" i="0" u="none" strike="noStrike" kern="1200" cap="none" spc="0" normalizeH="0" baseline="0" mc:Ignorable="hp" hp:hslEmbossed="0">
                <a:solidFill>
                  <a:srgbClr val="222222"/>
                </a:solidFill>
                <a:latin typeface="Calibri"/>
                <a:ea typeface="맑은 고딕"/>
                <a:cs typeface="맑은 고딕"/>
              </a:rPr>
              <a:t> 도서관에 자리가 없을 때</a:t>
            </a:r>
            <a:endParaRPr xmlns:mc="http://schemas.openxmlformats.org/markup-compatibility/2006" xmlns:hp="http://schemas.haansoft.com/office/presentation/8.0" kumimoji="0" lang="ko-KR" altLang="en-US" sz="2800" b="1" i="0" u="none" strike="noStrike" kern="1200" cap="none" spc="0" normalizeH="0" baseline="0" mc:Ignorable="hp" hp:hslEmbossed="0">
              <a:solidFill>
                <a:srgbClr val="222222"/>
              </a:solidFill>
              <a:latin typeface="Calibri"/>
              <a:ea typeface="맑은 고딕"/>
              <a:cs typeface="맑은 고딕"/>
            </a:endParaRP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2000"/>
              </a:spcAft>
              <a:buNone/>
              <a:defRPr sz="3200" b="1">
                <a:solidFill>
                  <a:srgbClr val="00b4d8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3200" b="1" i="0" u="none" strike="noStrike" kern="1200" cap="none" spc="0" normalizeH="0" baseline="0" mc:Ignorable="hp" hp:hslEmbossed="0">
                <a:solidFill>
                  <a:srgbClr val="0000ff"/>
                </a:solidFill>
                <a:latin typeface="Calibri"/>
                <a:ea typeface="맑은 고딕"/>
                <a:cs typeface="맑은 고딕"/>
              </a:rPr>
              <a:t>→ 빈강의실을 활용하기</a:t>
            </a:r>
            <a:endParaRPr xmlns:mc="http://schemas.openxmlformats.org/markup-compatibility/2006" xmlns:hp="http://schemas.haansoft.com/office/presentation/8.0" kumimoji="0" lang="ko-KR" altLang="en-US" sz="3200" b="1" i="0" u="none" strike="noStrike" kern="1200" cap="none" spc="0" normalizeH="0" baseline="0" mc:Ignorable="hp" hp:hslEmbossed="0">
              <a:solidFill>
                <a:srgbClr val="00b4d8"/>
              </a:solidFill>
              <a:latin typeface="Calibri"/>
              <a:ea typeface="맑은 고딕"/>
              <a:cs typeface="맑은 고딕"/>
            </a:endParaRP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600"/>
              </a:spcAft>
              <a:buNone/>
              <a:defRPr sz="3200" b="1">
                <a:solidFill>
                  <a:srgbClr val="00b4d8"/>
                </a:solidFill>
              </a:defRPr>
            </a:pPr>
            <a:endParaRPr xmlns:mc="http://schemas.openxmlformats.org/markup-compatibility/2006" xmlns:hp="http://schemas.haansoft.com/office/presentation/8.0" kumimoji="0" lang="en-US" altLang="ko-KR" sz="2800" i="0" u="none" strike="noStrike" kern="1200" cap="none" spc="0" normalizeH="0" baseline="0" mc:Ignorable="hp" hp:hslEmbossed="0">
              <a:solidFill>
                <a:srgbClr val="222222"/>
              </a:solidFill>
              <a:latin typeface="Calibri"/>
              <a:ea typeface="맑은 고딕"/>
              <a:cs typeface="맑은 고딕"/>
            </a:endParaRP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600"/>
              </a:spcAft>
              <a:buNone/>
              <a:defRPr sz="3200" b="1">
                <a:solidFill>
                  <a:srgbClr val="00b4d8"/>
                </a:solidFill>
              </a:defRPr>
            </a:pPr>
            <a:r>
              <a:rPr xmlns:mc="http://schemas.openxmlformats.org/markup-compatibility/2006" xmlns:hp="http://schemas.haansoft.com/office/presentation/8.0" kumimoji="0" lang="en-US" altLang="ko-KR" sz="2800" i="0" u="none" strike="noStrike" kern="1200" cap="none" spc="0" normalizeH="0" baseline="0" mc:Ignorable="hp" hp:hslEmbossed="0">
                <a:solidFill>
                  <a:srgbClr val="222222"/>
                </a:solidFill>
                <a:latin typeface="Calibri"/>
                <a:ea typeface="맑은 고딕"/>
                <a:cs typeface="맑은 고딕"/>
              </a:rPr>
              <a:t>2.</a:t>
            </a:r>
            <a:r>
              <a:rPr xmlns:mc="http://schemas.openxmlformats.org/markup-compatibility/2006" xmlns:hp="http://schemas.haansoft.com/office/presentation/8.0" kumimoji="0" lang="ko-KR" altLang="en-US" sz="2800" i="0" u="none" strike="noStrike" kern="1200" cap="none" spc="0" normalizeH="0" baseline="0" mc:Ignorable="hp" hp:hslEmbossed="0">
                <a:solidFill>
                  <a:srgbClr val="222222"/>
                </a:solidFill>
                <a:latin typeface="Calibri"/>
                <a:ea typeface="맑은 고딕"/>
                <a:cs typeface="맑은 고딕"/>
              </a:rPr>
              <a:t> 복잡한 학교 시스템 단순화</a:t>
            </a:r>
            <a:endParaRPr xmlns:mc="http://schemas.openxmlformats.org/markup-compatibility/2006" xmlns:hp="http://schemas.haansoft.com/office/presentation/8.0" kumimoji="0" lang="ko-KR" altLang="en-US" sz="2800" i="0" u="none" strike="noStrike" kern="1200" cap="none" spc="0" normalizeH="0" baseline="0" mc:Ignorable="hp" hp:hslEmbossed="0">
              <a:solidFill>
                <a:srgbClr val="222222"/>
              </a:solidFill>
              <a:latin typeface="Calibri"/>
              <a:ea typeface="맑은 고딕"/>
              <a:cs typeface="맑은 고딕"/>
            </a:endParaRP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2000"/>
              </a:spcAft>
              <a:buNone/>
              <a:defRPr sz="3200" b="1">
                <a:solidFill>
                  <a:srgbClr val="00b4d8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3200" b="1" i="0" u="none" strike="noStrike" kern="1200" cap="none" spc="0" normalizeH="0" baseline="0" mc:Ignorable="hp" hp:hslEmbossed="0">
                <a:solidFill>
                  <a:srgbClr val="0000ff"/>
                </a:solidFill>
                <a:latin typeface="Calibri"/>
                <a:ea typeface="맑은 고딕"/>
                <a:cs typeface="맑은 고딕"/>
              </a:rPr>
              <a:t>→ 단 </a:t>
            </a:r>
            <a:r>
              <a:rPr xmlns:mc="http://schemas.openxmlformats.org/markup-compatibility/2006" xmlns:hp="http://schemas.haansoft.com/office/presentation/8.0" kumimoji="0" lang="en-US" altLang="ko-KR" sz="3200" b="1" i="0" u="none" strike="noStrike" kern="1200" cap="none" spc="0" normalizeH="0" baseline="0" mc:Ignorable="hp" hp:hslEmbossed="0">
                <a:solidFill>
                  <a:srgbClr val="0000ff"/>
                </a:solidFill>
                <a:latin typeface="Calibri"/>
                <a:ea typeface="맑은 고딕"/>
                <a:cs typeface="맑은 고딕"/>
              </a:rPr>
              <a:t>4</a:t>
            </a:r>
            <a:r>
              <a:rPr xmlns:mc="http://schemas.openxmlformats.org/markup-compatibility/2006" xmlns:hp="http://schemas.haansoft.com/office/presentation/8.0" kumimoji="0" lang="ko-KR" altLang="en-US" sz="3200" b="1" i="0" u="none" strike="noStrike" kern="1200" cap="none" spc="0" normalizeH="0" baseline="0" mc:Ignorable="hp" hp:hslEmbossed="0">
                <a:solidFill>
                  <a:srgbClr val="0000ff"/>
                </a:solidFill>
                <a:latin typeface="Calibri"/>
                <a:ea typeface="맑은 고딕"/>
                <a:cs typeface="맑은 고딕"/>
              </a:rPr>
              <a:t>번의 클릭으로 빈강의실 찾기</a:t>
            </a:r>
            <a:r>
              <a:rPr xmlns:mc="http://schemas.openxmlformats.org/markup-compatibility/2006" xmlns:hp="http://schemas.haansoft.com/office/presentation/8.0" kumimoji="0" lang="ko-KR" altLang="en-US" sz="3200" b="1" i="0" u="none" strike="noStrike" kern="1200" cap="none" spc="0" normalizeH="0" baseline="0" mc:Ignorable="hp" hp:hslEmbossed="0">
                <a:solidFill>
                  <a:srgbClr val="00b4d8"/>
                </a:solidFill>
                <a:latin typeface="Calibri"/>
                <a:ea typeface="맑은 고딕"/>
                <a:cs typeface="맑은 고딕"/>
              </a:rPr>
              <a:t> </a:t>
            </a:r>
            <a:endParaRPr xmlns:mc="http://schemas.openxmlformats.org/markup-compatibility/2006" xmlns:hp="http://schemas.haansoft.com/office/presentation/8.0" kumimoji="0" lang="ko-KR" altLang="en-US" sz="3200" b="1" i="0" u="none" strike="noStrike" kern="1200" cap="none" spc="0" normalizeH="0" baseline="0" mc:Ignorable="hp" hp:hslEmbossed="0">
              <a:solidFill>
                <a:srgbClr val="00b4d8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Rectangle 2"/>
          <p:cNvSpPr/>
          <p:nvPr/>
        </p:nvSpPr>
        <p:spPr>
          <a:xfrm>
            <a:off x="457200" y="1194435"/>
            <a:ext cx="8229600" cy="0"/>
          </a:xfrm>
          <a:prstGeom prst="rect">
            <a:avLst/>
          </a:prstGeom>
          <a:gradFill rotWithShape="1">
            <a:gsLst>
              <a:gs pos="0">
                <a:srgbClr val="3f80ce">
                  <a:alpha val="100000"/>
                </a:srgbClr>
              </a:gs>
              <a:gs pos="100000">
                <a:srgbClr val="9bc2ff">
                  <a:alpha val="100000"/>
                </a:srgbClr>
              </a:gs>
            </a:gsLst>
            <a:lin ang="16200000" scaled="0"/>
          </a:gradFill>
          <a:ln w="50800" cap="flat" cmpd="sng" algn="ctr">
            <a:solidFill>
              <a:srgbClr val="42c7f1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anchor="ctr"/>
          <a:p>
            <a:pPr marL="0" lvl="0" indent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" y="309838"/>
            <a:ext cx="1802128" cy="699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4000" b="1">
                <a:solidFill>
                  <a:srgbClr val="003d82"/>
                </a:solidFill>
              </a:defRPr>
            </a:pPr>
            <a:r>
              <a:rPr lang="en-US" altLang="ko-KR">
                <a:solidFill>
                  <a:schemeClr val="dk1"/>
                </a:solidFill>
              </a:rPr>
              <a:t>[</a:t>
            </a:r>
            <a:r>
              <a:rPr lang="ko-KR" altLang="en-US">
                <a:solidFill>
                  <a:schemeClr val="dk1"/>
                </a:solidFill>
              </a:rPr>
              <a:t> 시연 </a:t>
            </a:r>
            <a:r>
              <a:rPr lang="en-US" altLang="ko-KR">
                <a:solidFill>
                  <a:schemeClr val="dk1"/>
                </a:solidFill>
              </a:rPr>
              <a:t>]</a:t>
            </a:r>
            <a:endParaRPr lang="en-US" altLang="ko-KR">
              <a:solidFill>
                <a:schemeClr val="dk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1008974"/>
            <a:ext cx="8229600" cy="0"/>
          </a:xfrm>
          <a:prstGeom prst="rect">
            <a:avLst/>
          </a:prstGeom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" name="TextBox 3">
            <a:hlinkClick r:id="rId2" action="ppaction://hlinkfile" tooltip="빈강의실"/>
          </p:cNvPr>
          <p:cNvSpPr txBox="1"/>
          <p:nvPr/>
        </p:nvSpPr>
        <p:spPr>
          <a:xfrm>
            <a:off x="1699303" y="1372460"/>
            <a:ext cx="73152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400"/>
              </a:spcBef>
              <a:spcAft>
                <a:spcPts val="800"/>
              </a:spcAft>
              <a:defRPr sz="2800" b="1">
                <a:solidFill>
                  <a:srgbClr val="222222"/>
                </a:solidFill>
              </a:defRPr>
            </a:pPr>
            <a:r>
              <a:rPr lang="ko-KR" altLang="en-US"/>
              <a:t>빈강의실</a:t>
            </a:r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339619" y="1236345"/>
            <a:ext cx="2231212" cy="36370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66</ep:Words>
  <ep:PresentationFormat>화면 슬라이드 쇼(16:9)</ep:PresentationFormat>
  <ep:Paragraphs>20</ep:Paragraphs>
  <ep:Slides>6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ep:HeadingPairs>
  <ep:TitlesOfParts>
    <vt:vector size="7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description>generated using python-pptx</dc:description>
  <cp:lastModifiedBy>user</cp:lastModifiedBy>
  <dcterms:modified xsi:type="dcterms:W3CDTF">2026-01-23T01:04:28.996</dcterms:modified>
  <cp:revision>18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